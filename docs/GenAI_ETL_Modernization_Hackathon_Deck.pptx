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2743200" cy="2743200"/>
          </a:xfrm>
          <a:prstGeom prst="ellipse">
            <a:avLst/>
          </a:prstGeom>
          <a:solidFill>
            <a:srgbClr val="C9A22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RENAISSANCE HACKATHON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GenAI-Assisted Legacy ETL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Modernization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Snowflake-Based Framework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AI Solution  →  Competitive Edge  →  Growth Potential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PROBLEM &amp; CUSTOMER FOCUS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isn't the code — it's what nobody wrote down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customer journey pain points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home/claude/ppt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5248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3591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healthcare, insurance, retail &amp; telecom are accelerating cloud adoption — legacy ETL stands in the way.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2103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3774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/home/claude/ppt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21" y="25248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23591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 Risk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9718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business rules survive only in the heads of a handful of senior engineers.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48056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7548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/home/claude/ppt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90228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47365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Pain Really Is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5349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migration effort is spent discovering hidden logic — before a single line is rewritten.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48056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754880"/>
            <a:ext cx="566928" cy="56692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/home/claude/ppt/icons/filetex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921" y="490228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78040" y="47365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446520" y="5349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sample legacy script hid 2 undocumented rules — a 90-day discount, a 24-month cutoff — with zero rationale in the code.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THE AI SOLUTION &amp; 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framework that checks its own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methodology, built and run end-to-end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359152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home/claude/ppt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321" y="2525573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6060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1546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AI Analysis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63931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SQL + metadata read; business rules, tables &amp; dependencies extracted automatically.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072384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19272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6532" y="2359152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/home/claude/ppt/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953" y="2525573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76672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483864" y="31546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3502152" y="363931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logic converted into a Snowflake / dbt-ready design.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843016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089904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27164" y="2359152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2" descr="/home/claude/ppt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585" y="2525573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47304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254496" y="31546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&amp; Validation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6272784" y="363931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claim fact-checked against source; ambiguous rules routed to a human first.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613648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8860536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797796" y="2359152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8" name="Image 3" descr="/home/claude/ppt/icons/gitbran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4217" y="2525573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917936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9025128" y="315468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Planning &amp; Output</a:t>
            </a:r>
            <a:endParaRPr lang="en-US" sz="1450" dirty="0"/>
          </a:p>
        </p:txBody>
      </p:sp>
      <p:sp>
        <p:nvSpPr>
          <p:cNvPr id="31" name="Text 25"/>
          <p:cNvSpPr txBox="1"/>
          <p:nvPr/>
        </p:nvSpPr>
        <p:spPr>
          <a:xfrm>
            <a:off x="9043416" y="363931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sequenced by dependency; migration report &amp; lineage diagram generated.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1234440" y="4846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33" name="Text 27"/>
          <p:cNvSpPr txBox="1"/>
          <p:nvPr/>
        </p:nvSpPr>
        <p:spPr>
          <a:xfrm>
            <a:off x="1234440" y="5715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5166360" y="4846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35" name="Text 29"/>
          <p:cNvSpPr txBox="1"/>
          <p:nvPr/>
        </p:nvSpPr>
        <p:spPr>
          <a:xfrm>
            <a:off x="5166360" y="5715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table or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references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9098280" y="4846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2</a:t>
            </a:r>
            <a:endParaRPr lang="en-US" sz="4600" dirty="0"/>
          </a:p>
        </p:txBody>
      </p:sp>
      <p:sp>
        <p:nvSpPr>
          <p:cNvPr id="37" name="Text 31"/>
          <p:cNvSpPr txBox="1"/>
          <p:nvPr/>
        </p:nvSpPr>
        <p:spPr>
          <a:xfrm>
            <a:off x="9098280" y="5715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rules correctly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human review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live pipeline run against a representative legacy script — not a projected estimate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STANDING OUT FROM COMPETITORS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Documentation-first, fact-checked, vendor-agnostic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 from existing market options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SnowConvert /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761488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syntax
conversion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rationale or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documentation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2011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BladeBridge /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Datometry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2615184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93008" y="2761488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
transpile-and-lift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governance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afterthought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011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2615184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36208" y="2761488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flexible code
explanation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fact-check — can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rules that don't exist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78240" y="201168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69680" y="2011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78240" y="2615184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9E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79408" y="2761488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extraction +
validated transformation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Fact-checked, human-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reviewed, vendor-agnostic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" y="4983480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2" name="Image 0" descr="/home/claude/ppt/icon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5102352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07008" y="4892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Documentation-first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364992" y="4983480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5" name="Image 1" descr="/home/claude/ppt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5102352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3950208" y="4892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fact-checking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108192" y="4983480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8" name="Image 2" descr="/home/claude/ppt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5102352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693408" y="4892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851392" y="4983480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1" name="Image 3" descr="/home/claude/ppt/icon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264" y="5102352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436608" y="4892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locked to one AI vendor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REVENUE &amp; BUSINESS GROWTH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migration accelerator to a repeatable offering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buyer segments and commercialization potential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home/claude/ppt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5438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03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D2C brands modernizing legacy ETL to Snowflake.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3891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Highest-value entry point: de-risking pricing, discount, and customer-tier logic during migration — not customer analytics or marketing efficiency, which this framework doesn't directly produce.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17720" y="2057400"/>
            <a:ext cx="699516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73752" y="2313432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/home/claude/ppt/icons/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398" y="245607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77840" y="225856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— Diagnostic / Audit Offering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9875520" y="2258568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2F6F5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75520" y="22585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TODAY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5577840" y="271576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existing pipeline against a prospect's real legacy pipeline to surface undocumented risk before a full engagement is sold. Needs no new build.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17720" y="3794760"/>
            <a:ext cx="699516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73752" y="4050792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0" name="Image 2" descr="/home/claude/ppt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398" y="4193438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577840" y="39959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— Tiered SaaS Accelerator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9875520" y="3995928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9C444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875520" y="39959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BUILD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5577840" y="445312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productized offering for repeat use across similar clients. Assumes a repeatable multi-tenant product that hasn't been built yet.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617720" y="5486400"/>
            <a:ext cx="6995160" cy="685800"/>
          </a:xfrm>
          <a:prstGeom prst="roundRect">
            <a:avLst>
              <a:gd name="adj" fmla="val 10667"/>
            </a:avLst>
          </a:prstGeom>
          <a:solidFill>
            <a:srgbClr val="FFF9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46320" y="548640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untested ideas, not validated business models — the next real client engagement is the opportunity to prove which one lands.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STANDS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is proven.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case is next.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pipeline reads legacy code most engineers would need days to untangle, and produces a reviewed, documented, Snowflake-ready starting point — with the guardrails to know when to stop and ask a human. Revenue and commercialization are the deliberate next step, not a filled-in assumption.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GenAI-Assisted Legacy ETL Modernization</dc:title>
  <dc:subject>PptxGenJS Presentation</dc:subject>
  <dc:creator>EXL Renaissance Hackathon</dc:creator>
  <cp:lastModifiedBy>EXL Renaissance Hackathon</cp:lastModifiedBy>
  <cp:revision>1</cp:revision>
  <dcterms:created xsi:type="dcterms:W3CDTF">2026-08-27T11:03:54Z</dcterms:created>
  <dcterms:modified xsi:type="dcterms:W3CDTF">2026-08-27T11:03:54Z</dcterms:modified>
</cp:coreProperties>
</file>