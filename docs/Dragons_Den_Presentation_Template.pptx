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D8ED70-BFFB-4D98-9196-9D20B17EDB9D}" v="8" dt="2026-07-31T16:05:57.0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nav Kadyan" userId="d6051f5d-5031-43da-9fd2-87de6df243b0" providerId="ADAL" clId="{CF1C6EEC-0A29-42D8-A6EF-898A4BA81E50}"/>
    <pc:docChg chg="undo custSel modSld">
      <pc:chgData name="Abhinav Kadyan" userId="d6051f5d-5031-43da-9fd2-87de6df243b0" providerId="ADAL" clId="{CF1C6EEC-0A29-42D8-A6EF-898A4BA81E50}" dt="2026-07-31T16:06:34.247" v="98" actId="6549"/>
      <pc:docMkLst>
        <pc:docMk/>
      </pc:docMkLst>
      <pc:sldChg chg="modSp mod">
        <pc:chgData name="Abhinav Kadyan" userId="d6051f5d-5031-43da-9fd2-87de6df243b0" providerId="ADAL" clId="{CF1C6EEC-0A29-42D8-A6EF-898A4BA81E50}" dt="2026-07-31T14:53:57.655" v="14" actId="27636"/>
        <pc:sldMkLst>
          <pc:docMk/>
          <pc:sldMk cId="0" sldId="256"/>
        </pc:sldMkLst>
        <pc:spChg chg="mod">
          <ac:chgData name="Abhinav Kadyan" userId="d6051f5d-5031-43da-9fd2-87de6df243b0" providerId="ADAL" clId="{CF1C6EEC-0A29-42D8-A6EF-898A4BA81E50}" dt="2026-07-31T14:53:57.639" v="11" actId="276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39" v="9" actId="27636"/>
          <ac:spMkLst>
            <pc:docMk/>
            <pc:sldMk cId="0" sldId="256"/>
            <ac:spMk id="8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39" v="10" actId="27636"/>
          <ac:spMkLst>
            <pc:docMk/>
            <pc:sldMk cId="0" sldId="256"/>
            <ac:spMk id="9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4" actId="2763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2" actId="27636"/>
          <ac:spMkLst>
            <pc:docMk/>
            <pc:sldMk cId="0" sldId="256"/>
            <ac:spMk id="36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3" actId="27636"/>
          <ac:spMkLst>
            <pc:docMk/>
            <pc:sldMk cId="0" sldId="256"/>
            <ac:spMk id="37" creationId="{00000000-0000-0000-0000-000000000000}"/>
          </ac:spMkLst>
        </pc:spChg>
      </pc:sldChg>
      <pc:sldChg chg="addSp delSp modSp mod">
        <pc:chgData name="Abhinav Kadyan" userId="d6051f5d-5031-43da-9fd2-87de6df243b0" providerId="ADAL" clId="{CF1C6EEC-0A29-42D8-A6EF-898A4BA81E50}" dt="2026-07-31T14:54:39.037" v="22" actId="20577"/>
        <pc:sldMkLst>
          <pc:docMk/>
          <pc:sldMk cId="0" sldId="257"/>
        </pc:sldMkLst>
        <pc:spChg chg="mod">
          <ac:chgData name="Abhinav Kadyan" userId="d6051f5d-5031-43da-9fd2-87de6df243b0" providerId="ADAL" clId="{CF1C6EEC-0A29-42D8-A6EF-898A4BA81E50}" dt="2026-07-31T14:53:57.625" v="8"/>
          <ac:spMkLst>
            <pc:docMk/>
            <pc:sldMk cId="0" sldId="257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4:39.037" v="22" actId="20577"/>
          <ac:spMkLst>
            <pc:docMk/>
            <pc:sldMk cId="0" sldId="257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1.801" v="0" actId="478"/>
          <ac:spMkLst>
            <pc:docMk/>
            <pc:sldMk cId="0" sldId="257"/>
            <ac:spMk id="7" creationId="{00000000-0000-0000-0000-000000000000}"/>
          </ac:spMkLst>
        </pc:spChg>
        <pc:spChg chg="add del">
          <ac:chgData name="Abhinav Kadyan" userId="d6051f5d-5031-43da-9fd2-87de6df243b0" providerId="ADAL" clId="{CF1C6EEC-0A29-42D8-A6EF-898A4BA81E50}" dt="2026-07-31T14:53:28.831" v="7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4.966" v="1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6.270" v="2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0.286" v="4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9.034" v="3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6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7" creationId="{00000000-0000-0000-0000-000000000000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26.776" v="96" actId="6549"/>
        <pc:sldMkLst>
          <pc:docMk/>
          <pc:sldMk cId="0" sldId="258"/>
        </pc:sldMkLst>
        <pc:spChg chg="mod">
          <ac:chgData name="Abhinav Kadyan" userId="d6051f5d-5031-43da-9fd2-87de6df243b0" providerId="ADAL" clId="{CF1C6EEC-0A29-42D8-A6EF-898A4BA81E50}" dt="2026-07-31T14:55:11.578" v="31" actId="1036"/>
          <ac:spMkLst>
            <pc:docMk/>
            <pc:sldMk cId="0" sldId="258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26.776" v="96" actId="6549"/>
          <ac:spMkLst>
            <pc:docMk/>
            <pc:sldMk cId="0" sldId="258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48.511" v="23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5.074" v="26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2.990" v="25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7.270" v="28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6.407" v="27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5" creationId="{00000000-0000-0000-0000-000000000000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31.442" v="97" actId="6549"/>
        <pc:sldMkLst>
          <pc:docMk/>
          <pc:sldMk cId="0" sldId="259"/>
        </pc:sldMkLst>
        <pc:spChg chg="mod">
          <ac:chgData name="Abhinav Kadyan" userId="d6051f5d-5031-43da-9fd2-87de6df243b0" providerId="ADAL" clId="{CF1C6EEC-0A29-42D8-A6EF-898A4BA81E50}" dt="2026-07-31T16:04:54.708" v="54"/>
          <ac:spMkLst>
            <pc:docMk/>
            <pc:sldMk cId="0" sldId="259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31.442" v="97" actId="6549"/>
          <ac:spMkLst>
            <pc:docMk/>
            <pc:sldMk cId="0" sldId="259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31.033" v="46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Abhinav Kadyan" userId="d6051f5d-5031-43da-9fd2-87de6df243b0" providerId="ADAL" clId="{CF1C6EEC-0A29-42D8-A6EF-898A4BA81E50}" dt="2026-07-31T15:00:32.950" v="48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3.848" v="51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4.766" v="52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6.423" v="53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17" creationId="{35A353A1-86ED-719E-1087-6F2010249D97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19" creationId="{E192D69F-04CC-D474-9B22-677CBF3C974B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1" creationId="{75C4A917-A1D8-D4A3-D25B-74A07E85100D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3" creationId="{54137FA1-0FDC-2284-9E79-38723FC6AC9B}"/>
          </ac:spMkLst>
        </pc:spChg>
        <pc:spChg chg="del">
          <ac:chgData name="Abhinav Kadyan" userId="d6051f5d-5031-43da-9fd2-87de6df243b0" providerId="ADAL" clId="{CF1C6EEC-0A29-42D8-A6EF-898A4BA81E50}" dt="2026-07-31T15:00:37.466" v="49" actId="478"/>
          <ac:spMkLst>
            <pc:docMk/>
            <pc:sldMk cId="0" sldId="259"/>
            <ac:spMk id="25" creationId="{86725160-7A3A-61E8-D849-BEA4FA0412A9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7" creationId="{82A77252-F886-5515-08BC-4A2564E19F65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31" creationId="{E19FD6D9-1F2F-1E14-6271-C7B142982A4C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34.247" v="98" actId="6549"/>
        <pc:sldMkLst>
          <pc:docMk/>
          <pc:sldMk cId="0" sldId="260"/>
        </pc:sldMkLst>
        <pc:spChg chg="mod">
          <ac:chgData name="Abhinav Kadyan" userId="d6051f5d-5031-43da-9fd2-87de6df243b0" providerId="ADAL" clId="{CF1C6EEC-0A29-42D8-A6EF-898A4BA81E50}" dt="2026-07-31T16:05:48.670" v="85"/>
          <ac:spMkLst>
            <pc:docMk/>
            <pc:sldMk cId="0" sldId="260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34.247" v="98" actId="6549"/>
          <ac:spMkLst>
            <pc:docMk/>
            <pc:sldMk cId="0" sldId="260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0.715" v="78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2.600" v="79" actId="478"/>
          <ac:spMkLst>
            <pc:docMk/>
            <pc:sldMk cId="0" sldId="260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3.703" v="80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7.091" v="82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5.599" v="81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7" creationId="{B4CF57A9-6502-1132-5865-098056E9A336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9" creationId="{A145DAD2-5AB1-C3CD-E1E7-12940F4CF732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1" creationId="{86F6190C-B047-7AB1-2D2B-6AF491CC7B8F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3" creationId="{F417B52B-EEF5-49E7-2EC6-1D1B21ACDC44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5" creationId="{D46AC40F-85F8-1A1E-4630-A19E3555521B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9" creationId="{03930622-8497-CD4F-2A57-427E9C1476C1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1" creationId="{C9E4814E-64CB-C189-310A-B58863C62AD6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3" creationId="{5D945358-70FD-B4CA-3C1A-019479F6E067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5" creationId="{BCC6E872-7C9A-5A11-051F-D7F2CC6746B8}"/>
          </ac:spMkLst>
        </pc:spChg>
        <pc:spChg chg="del">
          <ac:chgData name="Abhinav Kadyan" userId="d6051f5d-5031-43da-9fd2-87de6df243b0" providerId="ADAL" clId="{CF1C6EEC-0A29-42D8-A6EF-898A4BA81E50}" dt="2026-07-31T16:05:41.914" v="84" actId="478"/>
          <ac:spMkLst>
            <pc:docMk/>
            <pc:sldMk cId="0" sldId="260"/>
            <ac:spMk id="37" creationId="{7E243E0A-DC5F-6448-B779-5BF3B736793A}"/>
          </ac:spMkLst>
        </pc:spChg>
      </pc:sldChg>
    </pc:docChg>
  </pc:docChgLst>
  <pc:docChgLst>
    <pc:chgData name="Neha Kumari" userId="54637e18-9ef2-46ee-ae23-aa6a52b50086" providerId="ADAL" clId="{0AC61A1F-4280-4800-9AC7-22FE23A25F39}"/>
    <pc:docChg chg="modSld">
      <pc:chgData name="Neha Kumari" userId="54637e18-9ef2-46ee-ae23-aa6a52b50086" providerId="ADAL" clId="{0AC61A1F-4280-4800-9AC7-22FE23A25F39}" dt="2026-07-31T10:16:53.326" v="0" actId="22"/>
      <pc:docMkLst>
        <pc:docMk/>
      </pc:docMkLst>
      <pc:sldChg chg="addSp mod">
        <pc:chgData name="Neha Kumari" userId="54637e18-9ef2-46ee-ae23-aa6a52b50086" providerId="ADAL" clId="{0AC61A1F-4280-4800-9AC7-22FE23A25F39}" dt="2026-07-31T10:16:53.326" v="0" actId="22"/>
        <pc:sldMkLst>
          <pc:docMk/>
          <pc:sldMk cId="0" sldId="260"/>
        </pc:sldMkLst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17" creationId="{B4CF57A9-6502-1132-5865-098056E9A336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19" creationId="{A145DAD2-5AB1-C3CD-E1E7-12940F4CF732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1" creationId="{86F6190C-B047-7AB1-2D2B-6AF491CC7B8F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3" creationId="{F417B52B-EEF5-49E7-2EC6-1D1B21ACDC44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5" creationId="{D46AC40F-85F8-1A1E-4630-A19E3555521B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7" creationId="{7FD5C8F8-E6B9-6C10-9CB2-E596DCCF2CB1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3" creationId="{5D945358-70FD-B4CA-3C1A-019479F6E067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5" creationId="{BCC6E872-7C9A-5A11-051F-D7F2CC6746B8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7" creationId="{7E243E0A-DC5F-6448-B779-5BF3B736793A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9" creationId="{9F9CF1C7-31B5-696E-43EB-CBFCCA293B5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First slide requested to follow the hackathon reference-image style provided by the user.
- 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66019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ExlService Holdings, Inc. All rights reserved.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1173968" y="6428232"/>
            <a:ext cx="594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</a:t>
            </a: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ad29691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2B">
              <a:alpha val="87000"/>
            </a:srgbClr>
          </a:solidFill>
          <a:ln w="12700">
            <a:solidFill>
              <a:srgbClr val="001A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475488" y="43891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75488" y="114300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502920" y="2011680"/>
            <a:ext cx="822960" cy="0"/>
          </a:xfrm>
          <a:prstGeom prst="line">
            <a:avLst/>
          </a:prstGeom>
          <a:noFill/>
          <a:ln w="279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502920" y="2286000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BOLD SOLUTIONS.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2587752"/>
            <a:ext cx="4572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REAL-WORLD IMPACT.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58368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02336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INNOVATE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1453896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2029968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773936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760" dirty="0"/>
          </a:p>
        </p:txBody>
      </p:sp>
      <p:sp>
        <p:nvSpPr>
          <p:cNvPr id="15" name="Shape 12"/>
          <p:cNvSpPr/>
          <p:nvPr/>
        </p:nvSpPr>
        <p:spPr>
          <a:xfrm>
            <a:off x="2825496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3"/>
          <p:cNvSpPr/>
          <p:nvPr/>
        </p:nvSpPr>
        <p:spPr>
          <a:xfrm>
            <a:off x="3328416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3072384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4123944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4892040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4636008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760" dirty="0"/>
          </a:p>
        </p:txBody>
      </p:sp>
      <p:sp>
        <p:nvSpPr>
          <p:cNvPr id="21" name="Text 18"/>
          <p:cNvSpPr/>
          <p:nvPr/>
        </p:nvSpPr>
        <p:spPr>
          <a:xfrm>
            <a:off x="566928" y="39776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name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920240" y="4078224"/>
            <a:ext cx="3401568" cy="0"/>
          </a:xfrm>
          <a:prstGeom prst="line">
            <a:avLst/>
          </a:prstGeom>
          <a:noFill/>
          <a:ln w="1143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1975104" y="3941064"/>
            <a:ext cx="3246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hackathon name]</a:t>
            </a:r>
            <a:endParaRPr lang="en-US" sz="880" dirty="0"/>
          </a:p>
        </p:txBody>
      </p:sp>
      <p:sp>
        <p:nvSpPr>
          <p:cNvPr id="24" name="Text 21"/>
          <p:cNvSpPr/>
          <p:nvPr/>
        </p:nvSpPr>
        <p:spPr>
          <a:xfrm>
            <a:off x="566928" y="4498848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name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1920240" y="4599432"/>
            <a:ext cx="3401568" cy="0"/>
          </a:xfrm>
          <a:prstGeom prst="line">
            <a:avLst/>
          </a:prstGeom>
          <a:noFill/>
          <a:ln w="1143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1975104" y="4462272"/>
            <a:ext cx="3246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solution name]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566928" y="5047488"/>
            <a:ext cx="8686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name: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1481328" y="5138928"/>
            <a:ext cx="233172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1527048" y="5010912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760" dirty="0"/>
          </a:p>
        </p:txBody>
      </p:sp>
      <p:sp>
        <p:nvSpPr>
          <p:cNvPr id="30" name="Text 27"/>
          <p:cNvSpPr/>
          <p:nvPr/>
        </p:nvSpPr>
        <p:spPr>
          <a:xfrm>
            <a:off x="566928" y="5532120"/>
            <a:ext cx="1005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691640" y="5623560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9"/>
          <p:cNvSpPr/>
          <p:nvPr/>
        </p:nvSpPr>
        <p:spPr>
          <a:xfrm>
            <a:off x="1691640" y="5907024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1691640" y="6190488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1737360" y="5495544"/>
            <a:ext cx="3246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participant names and roles]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7973568" y="5522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Idea. Build. Scale.</a:t>
            </a:r>
            <a:endParaRPr lang="en-US" sz="1700" dirty="0"/>
          </a:p>
        </p:txBody>
      </p:sp>
      <p:sp>
        <p:nvSpPr>
          <p:cNvPr id="36" name="Text 33"/>
          <p:cNvSpPr/>
          <p:nvPr/>
        </p:nvSpPr>
        <p:spPr>
          <a:xfrm>
            <a:off x="8549640" y="5879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TOMORROW,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942832" y="612648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Customer Focus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define the business problem and show a deep understanding of the customer's journey and pain points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Solution &amp; Innovation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practical and scalable framework with a clear step-by-step methodology for solving the challenge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Out From Competitors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exactly what makes your solution unique and how it delivers better value than existing market options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5D940B18-426E-4527-8063-19DA82FCC888}"/>
              </a:ext>
            </a:extLst>
          </p:cNvPr>
          <p:cNvSpPr/>
          <p:nvPr/>
        </p:nvSpPr>
        <p:spPr>
          <a:xfrm>
            <a:off x="7708392" y="1037844"/>
            <a:ext cx="1088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lens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Business Growth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target buyer segments and prove the solution's potential for high scalability and market commercialization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22">
            <a:extLst>
              <a:ext uri="{FF2B5EF4-FFF2-40B4-BE49-F238E27FC236}">
                <a16:creationId xmlns:a16="http://schemas.microsoft.com/office/drawing/2014/main" id="{9F9CF1C7-31B5-696E-43EB-CBFCCA293B5E}"/>
              </a:ext>
            </a:extLst>
          </p:cNvPr>
          <p:cNvSpPr/>
          <p:nvPr/>
        </p:nvSpPr>
        <p:spPr>
          <a:xfrm>
            <a:off x="7708392" y="1056132"/>
            <a:ext cx="9052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map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303</Words>
  <Application>Microsoft Office PowerPoint</Application>
  <PresentationFormat>Widescreen</PresentationFormat>
  <Paragraphs>43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EXL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EXL Hackathon Participant Template</dc:title>
  <dc:subject>PptxGenJS Presentation</dc:subject>
  <dc:creator>Neha Kumari</dc:creator>
  <cp:lastModifiedBy>Abhinav Kadyan</cp:lastModifiedBy>
  <cp:revision>2</cp:revision>
  <dcterms:created xsi:type="dcterms:W3CDTF">2026-07-31T09:30:19Z</dcterms:created>
  <dcterms:modified xsi:type="dcterms:W3CDTF">2026-07-31T16:06:36Z</dcterms:modified>
</cp:coreProperties>
</file>